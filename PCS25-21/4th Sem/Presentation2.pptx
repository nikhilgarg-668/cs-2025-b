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6" r:id="rId14"/>
    <p:sldId id="267" r:id="rId15"/>
    <p:sldId id="273" r:id="rId16"/>
    <p:sldId id="272" r:id="rId17"/>
    <p:sldId id="274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F1B3A-3A76-46A0-8E61-C179A59FB215}" type="datetimeFigureOut">
              <a:rPr lang="en-IN" smtClean="0"/>
              <a:t>08-03-2024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FD22C-525C-4978-903B-B3BECC729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81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FD22C-525C-4978-903B-B3BECC729EC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07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7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31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0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20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16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22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994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79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59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70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959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45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712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593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33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36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728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1A49-7C80-BFDA-611F-C84F976D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9664-EF66-66C7-6019-A361F2749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04B41-4510-77BE-82B1-68DBD3C9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85D3-A696-5609-D6CF-A58870AF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B9C4-4546-396E-62B4-6D283BCD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2D7DF0-9A6B-41A8-99A7-08A6E37D7484}" type="datetimeFigureOut">
              <a:rPr lang="en-IN" smtClean="0"/>
              <a:t>08-03-2024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EA85F56-F1AA-4900-89BB-F27AB53264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43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Image result for kiet logo">
            <a:extLst>
              <a:ext uri="{FF2B5EF4-FFF2-40B4-BE49-F238E27FC236}">
                <a16:creationId xmlns:a16="http://schemas.microsoft.com/office/drawing/2014/main" id="{53118504-BB7E-C100-4675-6C0F3865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808" y="-166747"/>
            <a:ext cx="195262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B45449-A10F-CC59-2840-5888B5EABD04}"/>
              </a:ext>
            </a:extLst>
          </p:cNvPr>
          <p:cNvSpPr txBox="1"/>
          <p:nvPr/>
        </p:nvSpPr>
        <p:spPr>
          <a:xfrm>
            <a:off x="800100" y="2025968"/>
            <a:ext cx="105918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GHAZIABAD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  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“INDIEWORKS”</a:t>
            </a:r>
          </a:p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FOR ARTISANS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ID: PCS25-21</a:t>
            </a:r>
          </a:p>
          <a:p>
            <a:pPr algn="ctr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FCC6A-9E1E-88A5-3A3E-FDD756B177F0}"/>
              </a:ext>
            </a:extLst>
          </p:cNvPr>
          <p:cNvSpPr txBox="1"/>
          <p:nvPr/>
        </p:nvSpPr>
        <p:spPr>
          <a:xfrm>
            <a:off x="297180" y="4795897"/>
            <a:ext cx="1159764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                                                          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NIKHIL GARG                                                                                       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PRAKHAR SHARMA                                                                                                                   DR HARSH   KHATTER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NAVNEET SAINI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DIWAKAR MITTAL</a:t>
            </a:r>
          </a:p>
        </p:txBody>
      </p:sp>
    </p:spTree>
    <p:extLst>
      <p:ext uri="{BB962C8B-B14F-4D97-AF65-F5344CB8AC3E}">
        <p14:creationId xmlns:p14="http://schemas.microsoft.com/office/powerpoint/2010/main" val="35350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51746">
            <a:off x="-8525608" y="335282"/>
            <a:ext cx="12192000" cy="76168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0C000B-43F3-5462-109B-3FBFEA3214D8}"/>
              </a:ext>
            </a:extLst>
          </p:cNvPr>
          <p:cNvSpPr txBox="1"/>
          <p:nvPr/>
        </p:nvSpPr>
        <p:spPr>
          <a:xfrm>
            <a:off x="4184552" y="703385"/>
            <a:ext cx="8488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B46A1-909E-3842-E068-597D4C3FA8FB}"/>
              </a:ext>
            </a:extLst>
          </p:cNvPr>
          <p:cNvSpPr txBox="1"/>
          <p:nvPr/>
        </p:nvSpPr>
        <p:spPr>
          <a:xfrm>
            <a:off x="5079608" y="1881554"/>
            <a:ext cx="64418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raditional artisans face significant challenges in reaching a global audience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tisans encounter barriers related to limited market exposure, complex transaction processes, and insufficient technological infrastructure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ack of a centralized hub for traditional craftsmanship causes underrepresentation of these skilled artisans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086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231" y="0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5C8044-57C9-F78A-09BC-708D834178C0}"/>
              </a:ext>
            </a:extLst>
          </p:cNvPr>
          <p:cNvSpPr txBox="1"/>
          <p:nvPr/>
        </p:nvSpPr>
        <p:spPr>
          <a:xfrm>
            <a:off x="222738" y="422910"/>
            <a:ext cx="8479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EADE5-8AF4-2733-A583-3A3CB6F7FC9F}"/>
              </a:ext>
            </a:extLst>
          </p:cNvPr>
          <p:cNvSpPr txBox="1"/>
          <p:nvPr/>
        </p:nvSpPr>
        <p:spPr>
          <a:xfrm>
            <a:off x="710419" y="1915626"/>
            <a:ext cx="64594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largest factors of economic growth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Handicraft reflects the culture and skill of the country.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biggest market for handicraft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IndieWorks: Provides a platform to artisans to sell their products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572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79301" y="0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5C8044-57C9-F78A-09BC-708D834178C0}"/>
              </a:ext>
            </a:extLst>
          </p:cNvPr>
          <p:cNvSpPr txBox="1"/>
          <p:nvPr/>
        </p:nvSpPr>
        <p:spPr>
          <a:xfrm>
            <a:off x="3712699" y="306434"/>
            <a:ext cx="8479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EADE5-8AF4-2733-A583-3A3CB6F7FC9F}"/>
              </a:ext>
            </a:extLst>
          </p:cNvPr>
          <p:cNvSpPr txBox="1"/>
          <p:nvPr/>
        </p:nvSpPr>
        <p:spPr>
          <a:xfrm>
            <a:off x="5130019" y="1732746"/>
            <a:ext cx="64594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Söhne"/>
              </a:rPr>
              <a:t>Empower artisans by giving them a dedicated space to reach a broader audience.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Söhne"/>
              </a:rPr>
              <a:t>Facilitate the buying and selling of unique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Söhne"/>
              </a:rPr>
              <a:t>User-friendly platform </a:t>
            </a:r>
            <a:r>
              <a:rPr lang="en-US" sz="2800" dirty="0">
                <a:latin typeface="Söhne"/>
              </a:rPr>
              <a:t>:</a:t>
            </a:r>
            <a:r>
              <a:rPr lang="en-US" sz="2800" b="0" i="0" dirty="0">
                <a:effectLst/>
                <a:latin typeface="Söhne"/>
              </a:rPr>
              <a:t>supports seamless transactions and promotes artisanal craftsmanship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36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5493" y="4431322"/>
            <a:ext cx="12600121" cy="76997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5C8044-57C9-F78A-09BC-708D834178C0}"/>
              </a:ext>
            </a:extLst>
          </p:cNvPr>
          <p:cNvSpPr txBox="1"/>
          <p:nvPr/>
        </p:nvSpPr>
        <p:spPr>
          <a:xfrm>
            <a:off x="-7010400" y="446356"/>
            <a:ext cx="701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EADE5-8AF4-2733-A583-3A3CB6F7FC9F}"/>
              </a:ext>
            </a:extLst>
          </p:cNvPr>
          <p:cNvSpPr txBox="1"/>
          <p:nvPr/>
        </p:nvSpPr>
        <p:spPr>
          <a:xfrm>
            <a:off x="-6734908" y="2010439"/>
            <a:ext cx="64594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largest factors of economic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Handicraft reflects the culture and skill of the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biggest market for handicraft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IndieWorks: Provides a platform to artisans to sell their products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64297-A85C-089C-A80B-2CFD0CCB100F}"/>
              </a:ext>
            </a:extLst>
          </p:cNvPr>
          <p:cNvSpPr txBox="1"/>
          <p:nvPr/>
        </p:nvSpPr>
        <p:spPr>
          <a:xfrm>
            <a:off x="2110154" y="235341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B0E2F-A840-0A09-8F83-DAE0E190D9AF}"/>
              </a:ext>
            </a:extLst>
          </p:cNvPr>
          <p:cNvSpPr txBox="1"/>
          <p:nvPr/>
        </p:nvSpPr>
        <p:spPr>
          <a:xfrm>
            <a:off x="515815" y="1158671"/>
            <a:ext cx="109024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Artisian Onboarding: 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ser-friendly registration process for artisans to join the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ystem for artisans to add, edit, and remove products easily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Functionality: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secure payment gateways for seamless transactions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earch functionality and filters to help users find specific artisan products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and Logistics: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shipping options and provide tracking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a customer support system for inquiries, complaints, or assistance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672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28360" y="3171491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64297-A85C-089C-A80B-2CFD0CCB100F}"/>
              </a:ext>
            </a:extLst>
          </p:cNvPr>
          <p:cNvSpPr txBox="1"/>
          <p:nvPr/>
        </p:nvSpPr>
        <p:spPr>
          <a:xfrm>
            <a:off x="-541606" y="1305227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pic>
        <p:nvPicPr>
          <p:cNvPr id="2056" name="Picture 8" descr="deploy word on yellow brick wall 7594237 Stock Photo at Vecteezy">
            <a:extLst>
              <a:ext uri="{FF2B5EF4-FFF2-40B4-BE49-F238E27FC236}">
                <a16:creationId xmlns:a16="http://schemas.microsoft.com/office/drawing/2014/main" id="{7C0FBB63-82E5-ACCC-D21E-C905B582C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140" y="12341767"/>
            <a:ext cx="4018596" cy="2265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lanning Word Cloud Picture for PowerPoint - SlideModel">
            <a:extLst>
              <a:ext uri="{FF2B5EF4-FFF2-40B4-BE49-F238E27FC236}">
                <a16:creationId xmlns:a16="http://schemas.microsoft.com/office/drawing/2014/main" id="{DE1EBAC5-724C-2388-7834-D5B9BD53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828" y="5923837"/>
            <a:ext cx="4018597" cy="22604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ESIGN word cloud stock illustration. Illustration of designer - 205814563">
            <a:extLst>
              <a:ext uri="{FF2B5EF4-FFF2-40B4-BE49-F238E27FC236}">
                <a16:creationId xmlns:a16="http://schemas.microsoft.com/office/drawing/2014/main" id="{05B7B60C-9F04-1C98-0CAA-B241F4F32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838" y="8865069"/>
            <a:ext cx="3727902" cy="2795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urpose Allows People To Do What Matters Most">
            <a:extLst>
              <a:ext uri="{FF2B5EF4-FFF2-40B4-BE49-F238E27FC236}">
                <a16:creationId xmlns:a16="http://schemas.microsoft.com/office/drawing/2014/main" id="{D24EB3B5-AC91-C046-4BA5-A45228E3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661" y="2600449"/>
            <a:ext cx="4433554" cy="2489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980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28360" y="3171491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64297-A85C-089C-A80B-2CFD0CCB100F}"/>
              </a:ext>
            </a:extLst>
          </p:cNvPr>
          <p:cNvSpPr txBox="1"/>
          <p:nvPr/>
        </p:nvSpPr>
        <p:spPr>
          <a:xfrm>
            <a:off x="-541606" y="1305227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pic>
        <p:nvPicPr>
          <p:cNvPr id="2056" name="Picture 8" descr="deploy word on yellow brick wall 7594237 Stock Photo at Vecteezy">
            <a:extLst>
              <a:ext uri="{FF2B5EF4-FFF2-40B4-BE49-F238E27FC236}">
                <a16:creationId xmlns:a16="http://schemas.microsoft.com/office/drawing/2014/main" id="{7C0FBB63-82E5-ACCC-D21E-C905B582C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87" y="9655611"/>
            <a:ext cx="4018596" cy="2265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lanning Word Cloud Picture for PowerPoint - SlideModel">
            <a:extLst>
              <a:ext uri="{FF2B5EF4-FFF2-40B4-BE49-F238E27FC236}">
                <a16:creationId xmlns:a16="http://schemas.microsoft.com/office/drawing/2014/main" id="{DE1EBAC5-724C-2388-7834-D5B9BD53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182" y="2167476"/>
            <a:ext cx="4832021" cy="27180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ESIGN word cloud stock illustration. Illustration of designer - 205814563">
            <a:extLst>
              <a:ext uri="{FF2B5EF4-FFF2-40B4-BE49-F238E27FC236}">
                <a16:creationId xmlns:a16="http://schemas.microsoft.com/office/drawing/2014/main" id="{05B7B60C-9F04-1C98-0CAA-B241F4F32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87" y="5817700"/>
            <a:ext cx="3727902" cy="27959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urpose Allows People To Do What Matters Most">
            <a:extLst>
              <a:ext uri="{FF2B5EF4-FFF2-40B4-BE49-F238E27FC236}">
                <a16:creationId xmlns:a16="http://schemas.microsoft.com/office/drawing/2014/main" id="{D24EB3B5-AC91-C046-4BA5-A45228E3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529" y="-1523199"/>
            <a:ext cx="4433554" cy="2489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464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28360" y="3171491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64297-A85C-089C-A80B-2CFD0CCB100F}"/>
              </a:ext>
            </a:extLst>
          </p:cNvPr>
          <p:cNvSpPr txBox="1"/>
          <p:nvPr/>
        </p:nvSpPr>
        <p:spPr>
          <a:xfrm>
            <a:off x="-541606" y="1305227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pic>
        <p:nvPicPr>
          <p:cNvPr id="2056" name="Picture 8" descr="deploy word on yellow brick wall 7594237 Stock Photo at Vecteezy">
            <a:extLst>
              <a:ext uri="{FF2B5EF4-FFF2-40B4-BE49-F238E27FC236}">
                <a16:creationId xmlns:a16="http://schemas.microsoft.com/office/drawing/2014/main" id="{7C0FBB63-82E5-ACCC-D21E-C905B582C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87" y="5847182"/>
            <a:ext cx="4018596" cy="2265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lanning Word Cloud Picture for PowerPoint - SlideModel">
            <a:extLst>
              <a:ext uri="{FF2B5EF4-FFF2-40B4-BE49-F238E27FC236}">
                <a16:creationId xmlns:a16="http://schemas.microsoft.com/office/drawing/2014/main" id="{DE1EBAC5-724C-2388-7834-D5B9BD53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87" y="-1708716"/>
            <a:ext cx="4027511" cy="2265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ESIGN word cloud stock illustration. Illustration of designer - 205814563">
            <a:extLst>
              <a:ext uri="{FF2B5EF4-FFF2-40B4-BE49-F238E27FC236}">
                <a16:creationId xmlns:a16="http://schemas.microsoft.com/office/drawing/2014/main" id="{05B7B60C-9F04-1C98-0CAA-B241F4F32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166" y="1459708"/>
            <a:ext cx="4564753" cy="342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urpose Allows People To Do What Matters Most">
            <a:extLst>
              <a:ext uri="{FF2B5EF4-FFF2-40B4-BE49-F238E27FC236}">
                <a16:creationId xmlns:a16="http://schemas.microsoft.com/office/drawing/2014/main" id="{D24EB3B5-AC91-C046-4BA5-A45228E3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835" y="-5363679"/>
            <a:ext cx="4433554" cy="2489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953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ssential Guide to Kingston Craft Market in Jamaica">
            <a:extLst>
              <a:ext uri="{FF2B5EF4-FFF2-40B4-BE49-F238E27FC236}">
                <a16:creationId xmlns:a16="http://schemas.microsoft.com/office/drawing/2014/main" id="{383D2AE9-E471-59DB-717A-11B9536DA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28360" y="3171491"/>
            <a:ext cx="12192000" cy="76168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64297-A85C-089C-A80B-2CFD0CCB100F}"/>
              </a:ext>
            </a:extLst>
          </p:cNvPr>
          <p:cNvSpPr txBox="1"/>
          <p:nvPr/>
        </p:nvSpPr>
        <p:spPr>
          <a:xfrm>
            <a:off x="-541606" y="1305227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pic>
        <p:nvPicPr>
          <p:cNvPr id="2056" name="Picture 8" descr="deploy word on yellow brick wall 7594237 Stock Photo at Vecteezy">
            <a:extLst>
              <a:ext uri="{FF2B5EF4-FFF2-40B4-BE49-F238E27FC236}">
                <a16:creationId xmlns:a16="http://schemas.microsoft.com/office/drawing/2014/main" id="{7C0FBB63-82E5-ACCC-D21E-C905B582C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061" y="2228557"/>
            <a:ext cx="4855447" cy="27372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lanning Word Cloud Picture for PowerPoint - SlideModel">
            <a:extLst>
              <a:ext uri="{FF2B5EF4-FFF2-40B4-BE49-F238E27FC236}">
                <a16:creationId xmlns:a16="http://schemas.microsoft.com/office/drawing/2014/main" id="{DE1EBAC5-724C-2388-7834-D5B9BD53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2527" y="-4421436"/>
            <a:ext cx="4027511" cy="22654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ESIGN word cloud stock illustration. Illustration of designer - 205814563">
            <a:extLst>
              <a:ext uri="{FF2B5EF4-FFF2-40B4-BE49-F238E27FC236}">
                <a16:creationId xmlns:a16="http://schemas.microsoft.com/office/drawing/2014/main" id="{05B7B60C-9F04-1C98-0CAA-B241F4F32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87" y="-1723960"/>
            <a:ext cx="4018596" cy="30139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Purpose Allows People To Do What Matters Most">
            <a:extLst>
              <a:ext uri="{FF2B5EF4-FFF2-40B4-BE49-F238E27FC236}">
                <a16:creationId xmlns:a16="http://schemas.microsoft.com/office/drawing/2014/main" id="{D24EB3B5-AC91-C046-4BA5-A45228E3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835" y="-5363679"/>
            <a:ext cx="4433554" cy="24893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598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ML Images - MEGATEK ICT ACADEMY">
            <a:extLst>
              <a:ext uri="{FF2B5EF4-FFF2-40B4-BE49-F238E27FC236}">
                <a16:creationId xmlns:a16="http://schemas.microsoft.com/office/drawing/2014/main" id="{B391541B-895C-5B2D-D41F-DEEC457F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499" y="3002280"/>
            <a:ext cx="4191000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op 117 + Css animation best - Lestwinsonline.com">
            <a:extLst>
              <a:ext uri="{FF2B5EF4-FFF2-40B4-BE49-F238E27FC236}">
                <a16:creationId xmlns:a16="http://schemas.microsoft.com/office/drawing/2014/main" id="{BC44D119-766B-58B1-E985-410A97028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340" y="3002280"/>
            <a:ext cx="4554820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2001" y="2908935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8600" y="3002280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9658" y="3002280"/>
            <a:ext cx="4731971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323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ML Images - MEGATEK ICT ACADEMY">
            <a:extLst>
              <a:ext uri="{FF2B5EF4-FFF2-40B4-BE49-F238E27FC236}">
                <a16:creationId xmlns:a16="http://schemas.microsoft.com/office/drawing/2014/main" id="{B391541B-895C-5B2D-D41F-DEEC457F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95500" y="3056773"/>
            <a:ext cx="4191000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op 117 + Css animation best - Lestwinsonline.com">
            <a:extLst>
              <a:ext uri="{FF2B5EF4-FFF2-40B4-BE49-F238E27FC236}">
                <a16:creationId xmlns:a16="http://schemas.microsoft.com/office/drawing/2014/main" id="{BC44D119-766B-58B1-E985-410A97028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340" y="3056773"/>
            <a:ext cx="4554820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281" y="2963428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4536" y="2880361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2250" y="2934854"/>
            <a:ext cx="4731971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860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ML Images - MEGATEK ICT ACADEMY">
            <a:extLst>
              <a:ext uri="{FF2B5EF4-FFF2-40B4-BE49-F238E27FC236}">
                <a16:creationId xmlns:a16="http://schemas.microsoft.com/office/drawing/2014/main" id="{B391541B-895C-5B2D-D41F-DEEC457F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12780" y="2880361"/>
            <a:ext cx="4191000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op 117 + Css animation best - Lestwinsonline.com">
            <a:extLst>
              <a:ext uri="{FF2B5EF4-FFF2-40B4-BE49-F238E27FC236}">
                <a16:creationId xmlns:a16="http://schemas.microsoft.com/office/drawing/2014/main" id="{BC44D119-766B-58B1-E985-410A97028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7009" y="2963428"/>
            <a:ext cx="4554820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258" y="2963428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211" y="2916756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2250" y="2934854"/>
            <a:ext cx="4731971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606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96742" y="3078883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179" y="3071062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559" y="3048404"/>
            <a:ext cx="4731971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143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24262" y="1281112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7428" y="3048404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13" y="3048404"/>
            <a:ext cx="4731971" cy="2952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age result for mysql">
            <a:extLst>
              <a:ext uri="{FF2B5EF4-FFF2-40B4-BE49-F238E27FC236}">
                <a16:creationId xmlns:a16="http://schemas.microsoft.com/office/drawing/2014/main" id="{9BE4680C-5CB1-0BB9-B189-EA2012654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622" y="3170325"/>
            <a:ext cx="4939134" cy="24309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86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chnology word concept cartoon innovative idea Vector Image">
            <a:extLst>
              <a:ext uri="{FF2B5EF4-FFF2-40B4-BE49-F238E27FC236}">
                <a16:creationId xmlns:a16="http://schemas.microsoft.com/office/drawing/2014/main" id="{AB816181-8E21-480D-8D95-96F0B830B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6" b="31390"/>
          <a:stretch/>
        </p:blipFill>
        <p:spPr bwMode="auto">
          <a:xfrm>
            <a:off x="1700212" y="-1950720"/>
            <a:ext cx="8791575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javascipt">
            <a:extLst>
              <a:ext uri="{FF2B5EF4-FFF2-40B4-BE49-F238E27FC236}">
                <a16:creationId xmlns:a16="http://schemas.microsoft.com/office/drawing/2014/main" id="{ABB5A4B4-BDAF-5810-AEFC-7993AE663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24262" y="1281112"/>
            <a:ext cx="6393181" cy="30460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react image">
            <a:extLst>
              <a:ext uri="{FF2B5EF4-FFF2-40B4-BE49-F238E27FC236}">
                <a16:creationId xmlns:a16="http://schemas.microsoft.com/office/drawing/2014/main" id="{D2B312FA-ECAC-7EB2-9901-2F6E12494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08721" y="4968644"/>
            <a:ext cx="397764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 result for what is node js">
            <a:extLst>
              <a:ext uri="{FF2B5EF4-FFF2-40B4-BE49-F238E27FC236}">
                <a16:creationId xmlns:a16="http://schemas.microsoft.com/office/drawing/2014/main" id="{E139044D-6A2B-BA0C-8F28-353BE226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87906" y="3111717"/>
            <a:ext cx="3895801" cy="24309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age result for mysql">
            <a:extLst>
              <a:ext uri="{FF2B5EF4-FFF2-40B4-BE49-F238E27FC236}">
                <a16:creationId xmlns:a16="http://schemas.microsoft.com/office/drawing/2014/main" id="{9BE4680C-5CB1-0BB9-B189-EA2012654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062" y="2909440"/>
            <a:ext cx="6220670" cy="30617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381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1D7E74-A862-0837-8AEA-88904DC74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148" name="Picture 4" descr="Workflow word illustration stock vector. Illustration of icon - 198294468">
            <a:extLst>
              <a:ext uri="{FF2B5EF4-FFF2-40B4-BE49-F238E27FC236}">
                <a16:creationId xmlns:a16="http://schemas.microsoft.com/office/drawing/2014/main" id="{D55428C3-4855-B662-314A-EC8B8D6BE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92"/>
          <a:stretch/>
        </p:blipFill>
        <p:spPr bwMode="auto">
          <a:xfrm>
            <a:off x="0" y="0"/>
            <a:ext cx="3435216" cy="2042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983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2D882-85F0-6C3C-4E5D-65F088B1E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062" y="1471767"/>
            <a:ext cx="6395691" cy="52186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0440CA-CA49-830B-3B03-56BB249CC222}"/>
              </a:ext>
            </a:extLst>
          </p:cNvPr>
          <p:cNvSpPr/>
          <p:nvPr/>
        </p:nvSpPr>
        <p:spPr>
          <a:xfrm>
            <a:off x="4050920" y="167575"/>
            <a:ext cx="4090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29005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references word image">
            <a:extLst>
              <a:ext uri="{FF2B5EF4-FFF2-40B4-BE49-F238E27FC236}">
                <a16:creationId xmlns:a16="http://schemas.microsoft.com/office/drawing/2014/main" id="{9AF01312-9928-B346-70CE-131BE616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22" y="1777365"/>
            <a:ext cx="5052678" cy="259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478982-1C89-91FD-5F48-ADE4045E544B}"/>
              </a:ext>
            </a:extLst>
          </p:cNvPr>
          <p:cNvSpPr txBox="1"/>
          <p:nvPr/>
        </p:nvSpPr>
        <p:spPr>
          <a:xfrm>
            <a:off x="6096000" y="1028343"/>
            <a:ext cx="5486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E-Commerce 202X: The Essential Guide to Online Business" by Rob Thomas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Lean Startup: How Today's Entrepreneurs Use Continuous Innovation to Create Radically Successful Businesses" by Eric 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E-Commerce Get It Right!: Essential Step-by-Step Guide for Selling &amp; Marketing Products Online" by Ian Daniel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Handmade Marketplace: How to Sell Your Crafts Locally, Globally, and Online" by Kari Chapin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Etsy-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preneurship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Everything You Need to Know to Turn Your Handmade Hobby into a Thriving Business" by Jason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Malinak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990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conclusion word image">
            <a:extLst>
              <a:ext uri="{FF2B5EF4-FFF2-40B4-BE49-F238E27FC236}">
                <a16:creationId xmlns:a16="http://schemas.microsoft.com/office/drawing/2014/main" id="{2EDBBA33-A75B-388D-09D1-0956AC06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572895"/>
            <a:ext cx="4950460" cy="3367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8B3BD9-2CAC-C7B7-012E-428C050C70C6}"/>
              </a:ext>
            </a:extLst>
          </p:cNvPr>
          <p:cNvSpPr txBox="1"/>
          <p:nvPr/>
        </p:nvSpPr>
        <p:spPr>
          <a:xfrm>
            <a:off x="6167120" y="1814720"/>
            <a:ext cx="55372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rapping up our project journey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aspects of our project: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Empowering Artisans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Bridging Gaps Through Technology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Fostering Trust and Transparency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Growth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Prospects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95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1589</TotalTime>
  <Words>398</Words>
  <Application>Microsoft Office PowerPoint</Application>
  <PresentationFormat>Widescreen</PresentationFormat>
  <Paragraphs>72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Söhne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GARG</dc:creator>
  <cp:lastModifiedBy>NIKHIL GARG</cp:lastModifiedBy>
  <cp:revision>4</cp:revision>
  <dcterms:created xsi:type="dcterms:W3CDTF">2024-03-08T07:08:32Z</dcterms:created>
  <dcterms:modified xsi:type="dcterms:W3CDTF">2024-03-09T09:38:23Z</dcterms:modified>
</cp:coreProperties>
</file>